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4FFDA"/>
                </a:solidFill>
              </a:defRPr>
            </a:pPr>
            <a:r>
              <a:t>STOCKPILOT AI</a:t>
            </a:r>
          </a:p>
          <a:p>
            <a:pPr algn="ctr">
              <a:defRPr sz="2200">
                <a:solidFill>
                  <a:srgbClr val="F5F5F5"/>
                </a:solidFill>
              </a:defRPr>
            </a:pPr>
            <a:r>
              <a:t>Agentic Mobile Stock Research Assistant</a:t>
            </a:r>
          </a:p>
          <a:p>
            <a:pPr algn="ctr">
              <a:defRPr sz="1600">
                <a:solidFill>
                  <a:srgbClr val="64FFDA"/>
                </a:solidFill>
              </a:defRPr>
            </a:pPr>
            <a:r>
              <a:t>From Minutes to Seconds. Fast &amp; Accurate.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5943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5F5"/>
                </a:solidFill>
              </a:defRPr>
            </a:pPr>
            <a:r>
              <a:t>Built with Droidrun + Mobilerun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FFDA"/>
                </a:solidFill>
              </a:defRPr>
            </a:pPr>
            <a:r>
              <a:t>The Problem: Mobile Research Friction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5F5F5"/>
                </a:solidFill>
              </a:defRPr>
            </a:pPr>
            <a:r>
              <a:t>Slow &amp; Tedious: Manual navigation across multiple finance app screens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Data Silos: Critical data locked inside UI, not exposed via APIs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High Error Rate: Manual copy-paste leads to analyst mistakes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FFDA"/>
                </a:solidFill>
              </a:defRPr>
            </a:pPr>
            <a:r>
              <a:t>The Solution: Autonomous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5F5F5"/>
                </a:solidFill>
              </a:defRPr>
            </a:pPr>
            <a:r>
              <a:t>Opens real Android finance apps like a human analyst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Auto-navigates stocks, sections, and screens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Extracts on-screen pixels into structured 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FFDA"/>
                </a:solidFill>
              </a:defRPr>
            </a:pPr>
            <a:r>
              <a:t>Agentic Behavior: How It Thinks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5F5F5"/>
                </a:solidFill>
              </a:defRPr>
            </a:pPr>
            <a:r>
              <a:t>Goal-driven execution, not scripted clicks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Multi-step UI navigation with state awareness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Decision-making when popups or unexpected screens appear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FFDA"/>
                </a:solidFill>
              </a:defRPr>
            </a:pPr>
            <a:r>
              <a:t>Business Model &amp; B2B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5F5F5"/>
                </a:solidFill>
              </a:defRPr>
            </a:pPr>
            <a:r>
              <a:t>Financial analysts save 10–15 minutes per stock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Scales across hundreds of apps and thousands of stocks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Plug-and-play JSON for existing B2B analytics pipelines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FFDA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5F5F5"/>
                </a:solidFill>
              </a:defRPr>
            </a:pPr>
            <a:r>
              <a:t>Target Apps: Real production Android finance apps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StockPilot AI Logic: Agent planning, navigation, extraction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Droidrun + Mobilerun Cloud: Remote execution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FFDA"/>
                </a:solidFill>
              </a:defRPr>
            </a:pPr>
            <a:r>
              <a:t>Roadmap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5F5F5"/>
                </a:solidFill>
              </a:defRPr>
            </a:pPr>
            <a:r>
              <a:t>Current: Working prototype with stock extraction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Next: Multi-app stock comparison in parallel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Vision: Autonomous data layer for all mobile finance apps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